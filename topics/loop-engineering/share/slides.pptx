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开场：今天讲一个非常新的话题——新到这个词是 2026 年 6 月 7 日才出现的。但内容不玄：你们每天用 Claude Code/Codex 时已经身处其中。今天的目标是给大家一套看清这类工具的框架，以及它正在怎么改变我们的工作方式。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时间线讲清楚：循环这个机制 2022 年就有（ReAct），2023 年 AutoGPT 试过自动化但失败，2024-25 年工具成熟。真正的引爆点是今年 6 月 7 日 Steinberger 那条帖子。重点读 Cherny 的话——Claude Code 的创造者自己已经不手动提示了。提问预埋：有人会问『这是不是又一个炒概念』——回答：概念是新的，但它命名的是已经在顶级团队真实运转的工作方式。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用听众熟悉的三个场景对比。关键句：能力来自循环而不只是模型——同一个模型，单次调用猜错就交卷，循环里错误变成下一轮的线索（测试报错恰恰是修对 bug 的依据）。把『判断刀』讲透：CI 自动重试 3 次不是 loop，因为重试策略是写死的。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这是全场最重要的一页概念区分（我自己学的时候就在这里卡过）：agentic loop 是『物』，loop engineering 是『造物和驾驭物的手艺』。强调：外循环现在就是各位本人——你坐在终端前决定下一条消息发什么，就是在人肉充当外循环。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强调可验证目标：这是新手最容易踩的第一个坑——给 loop 一个模糊目标（『优化到足够好』），它永远停不下来。提问预埋：『agent 中途停下来问人算不算失败？』——不算，那是它判断需要循环外部的输入，主动让出控制权，属于终止条件设计的一部分。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逐个点名，每个都问听众『你在 Claude Code 里见过它的哪个形态』。彩蛋：我学这个主题用的学习工作流，本身就是按这六大构件搭的——/learn 是技能、测验是验证分离、state.md 是状态管理。讲完可以现场展示仓库。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这是整套设计原则里最重要的一条。盲区共享要展开讲：不是 agent『偷懒』或『撒谎』，而是结构性问题——检查者与犯错者共享上下文，错误就检不出来。延伸：这个原则可以推广到组织层面——跨团队的 loop 协作，A 团队的产出由 B 团队的验证 loop 把关。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Osmani 原话：The agent forgets, the repo doesn't. 重点讲『失败尝试』——失败烧了真实的 token 和时间，不落盘等于把买来的教训扔掉。诊断案例：一个夜间循环连续三晚尝试同一个装不上的依赖——病因就是失败没落盘，每晚冷启动都重新『发现』同一个好主意。另外强调状态要人可读（markdown 而非数据库）：出问题时是人来审计。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这是我自己在结业考核里被追问出来的案例，照着讲就行。关键对比：以前你不在，它就停工；现在它夜里干活，你早晨只做验收。下面『认输机制』必讲——所有人都会问『修不好怎么办』：答案是跨 loop 协作（等依赖方信号）和无进展检测（降级给人），千万不要让它『直到修复为止』地跑下去。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重点讲空转（标⚠的）：它比死循环危险，因为监控上『看起来在干活』——每轮都有新工具调用、新产出、日志各不相同，只有对比多轮状态才发现进度没动。发现晚 = 烧得多。死循环反而显形（重复日志、轮数飙升）。这是我学习时亲自踩过的坑，大家直觉也容易反。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四支柱是互补不是冗余，逐个讲清各防哪种失败。可以现场出题考听众：『只装迭代上限行不行？』——不行，单轮开销大的场景它管不住（token 预算管），空转它要等到耗满才拦（无进展检测管）。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坦诚告诉听众这是我自己踩过的坑，效果比讲教科书好。误区②可以互动：先问『值班修 bug 这种标准任务，是不是就没有理解债务了？』——等有人点头再揭示。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收束到人。两个陷阱讲完后停顿，读底部那句原话。结束观点：loop engineering 不是让人退场，而是把人挪到唯一不可替代的位置——评判者-执行者分离原则的人类版：你是最外层的评判者。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行动建议落地：让每个人挑一个自己手头『重复 + 有标准 + 可验证』的任务，下周试着为它设计第一个 loop（哪怕只是 cron + 一个明确的完成条件 + 迭代上限）。强调第三列：验收不可省。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这五个问题来自真实的费曼式追问演练，全部被问过。讲不完时间可以跳过本页，但被问到时直接翻过来。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474720"/>
            <a:ext cx="3474720" cy="3474720"/>
          </a:xfrm>
          <a:prstGeom prst="ellipse">
            <a:avLst/>
          </a:prstGeom>
          <a:ln w="2794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81821" y="3961181"/>
            <a:ext cx="2501798" cy="2501798"/>
          </a:xfrm>
          <a:prstGeom prst="ellipse">
            <a:avLst/>
          </a:prstGeom>
          <a:ln w="20320">
            <a:solidFill>
              <a:srgbClr val="CADCFC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33534" y="4412894"/>
            <a:ext cx="1598371" cy="1598371"/>
          </a:xfrm>
          <a:prstGeom prst="ellipse">
            <a:avLst/>
          </a:prstGeom>
          <a:ln w="12700">
            <a:solidFill>
              <a:srgbClr val="CADCFC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-91440"/>
            <a:ext cx="2011680" cy="2011680"/>
          </a:xfrm>
          <a:prstGeom prst="ellipse">
            <a:avLst/>
          </a:prstGeom>
          <a:ln w="2794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635" y="190195"/>
            <a:ext cx="1448410" cy="1448410"/>
          </a:xfrm>
          <a:prstGeom prst="ellipse">
            <a:avLst/>
          </a:prstGeom>
          <a:ln w="20320">
            <a:solidFill>
              <a:srgbClr val="CADCFC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3154" y="451714"/>
            <a:ext cx="925373" cy="925373"/>
          </a:xfrm>
          <a:prstGeom prst="ellipse">
            <a:avLst/>
          </a:prstGeom>
          <a:ln w="12700">
            <a:solidFill>
              <a:srgbClr val="CADCFC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循环工程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别再提示 agent 了，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去设计提示 agent 的循环。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2026 年 6 月才得名、但你天天身处其中的新工程学科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20116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897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内部技术分享 · 2026.06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一个正在发生的概念：24 小时冲上 500 万阅读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84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" y="2350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论文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" y="2898648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循环的学术起点：让模型「推理 + 行动」交替进行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88920" y="17830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984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35224" y="2350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35224" y="2898648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第一次自主循环尝试：惊艳全网，死于失控（后面细讲）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17830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984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75504" y="2350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Codex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75504" y="2898648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产品级 harness 成熟——但「下一步干什么」仍由人来发号施令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9480" y="17830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784" y="1984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2026.6.7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15784" y="2350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Steinberger 发帖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15784" y="2898648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「你不该再提示 agent，该设计提示 agent 的循环」，24 小时 500 万阅读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17830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56064" y="1984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2026.6.8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56064" y="2350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Osmani 系统化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56064" y="2898648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工程师发文《Loop Engineering》，学科正式得名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0292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1234440" y="5138928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don't prompt Claude anymore. I have loops running that prompt Claude.
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Boris Cherny（Claude Code 创造者）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你每天都在用循环——只是没拆开看过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26664"/>
                <a:gridCol w="3026664"/>
                <a:gridCol w="302666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单次调用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Workflow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Loop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典型形态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网页版 ChatGPT 问答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脚本：总结→生成→测试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修 bug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模型角色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一次性文本函数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流水线上的填空工人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现场决策者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下一步由谁定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没有下一步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代码写死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模型看结果现场决定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错误的命运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交卷即终点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按预设规则重试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成为下一轮的输入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531266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294376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一把判断刀：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下一步是代码里写死的，还是模型看完结果现场决定的？前者是自动化，后者才是 agent loop。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CONCEPT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两个循环：机制是旧的，学科是新的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内循环 · Agentic Loop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4323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2022 年就存在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一条消息之内：思考 → 调工具 → 观察 → 再思考……直到自判完成。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你每次给 Claude Code 发消息，它内部跑的就是这个。harness 已替你做好。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91072" y="17830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11112" y="2011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外循环 · Loop Engineering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11112" y="24323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 · 2026 年得名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28346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这条消息完成后，下一条谁来发？谁判断目标达没达成、要不要再来一轮？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目前充当外循环的是你本人——loop engineering 就是把「你这个角色」工程化。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7667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反馈回路（feedback loop）是机制，控制工程（control engineering）是学科——懂前者才能干好后者。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Loop 的最小定义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= </a:t>
            </a:r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触发器</a:t>
            </a:r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可验证的目标</a:t>
            </a:r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938528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505456" y="2724912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34640" y="2606040"/>
            <a:ext cx="1938528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260604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91456" y="2724912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2606040"/>
            <a:ext cx="1938528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60604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77456" y="2724912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06640" y="2606040"/>
            <a:ext cx="1938528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60604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63456" y="2724912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92640" y="2606040"/>
            <a:ext cx="1938528" cy="777240"/>
          </a:xfrm>
          <a:prstGeom prst="roundRect">
            <a:avLst>
              <a:gd name="adj" fmla="val 49412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260604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验证未通过 ↻ 回到规划（带着新观察）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2976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279392"/>
            <a:ext cx="6035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315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触发器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04672" y="48920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消息、定时器或事件，如 CI 挂了、新 issue。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 只是触发器，覆盖不了后两块。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34256" y="40690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0288" y="42976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498848" y="4279392"/>
            <a:ext cx="6035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57216" y="4315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可验证的目标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590288" y="48920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机器可判真假，这是 loop 与瞎跑的分水岭：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测试全绿、lint 零警告 ✓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优化得更优雅 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19872" y="40690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75904" y="42976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8284464" y="4279392"/>
            <a:ext cx="6035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42832" y="4315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验证与终止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375904" y="48920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由独立评估者判定是否达成；「卡住就问人」也是合法终止——主动让出控制权不是故障。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 Loop 的六大构件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89888" y="20665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7240" y="267004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 / 事件触发循环（Codex Automations、CC 定时任务）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175504" y="20665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工作树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62856" y="267004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worktree 物理隔离，并行 agent 互不踩脚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📘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61120" y="20665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48472" y="267004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沉淀项目知识与约定，每轮自动携带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87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89888" y="41239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77240" y="472744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接通 Linear / Slack / 数据库等外部系统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4256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62856" y="4087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175504" y="41239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子代理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562856" y="472744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写的、查的、验的各司其职，角色不重叠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19872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4087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61120" y="41239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348472" y="472744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/ 看板，跨轮跨 session 的记忆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第六块最容易被忽略，却是跨 session 工作的地基——下页细讲。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评判者与执行者必须分离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为什么写代码的 agent 不能自己验收？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犯错的模型和它的盲区共享同一套假设。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它写代码时遗漏的边界条件，自查时同样会遗漏——因为产生错误的思路，就是它检查时用的思路。</a:t>
            </a:r>
            <a:endParaRPr lang="en-US" sz="1550" dirty="0"/>
          </a:p>
          <a:p>
            <a:pPr indent="0" marL="0">
              <a:lnSpc>
                <a:spcPts val="2100"/>
              </a:lnSpc>
              <a:buNone/>
            </a:pPr>
            <a:endParaRPr lang="en-US" sz="15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独立验证者 = 不同上下文 = 不相关的盲区。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983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人类同款机制：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代码评审从不让作者自己批准自己的 PR。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196596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96596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执行者 agent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写代码、修 bug、产出结果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 ↓        ↑ 打回（带反馈）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365760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365760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独立评判者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另一个模型 / 子代理 / 测试套件，判定目标是否达成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50292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/goal 的实现：每轮结束由独立小模型检查完成条件，而非让干活的 agent 自评。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会忘，但仓库不会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514600"/>
                <a:gridCol w="2514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上下文窗口（内存）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磁盘 · 文件 / 仓库（硬盘）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寿命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易失：session 结束就蒸发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持久：永远在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有限，且塞太满注意力退化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无限，不退化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贵：每轮全量重读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便宜：按需读取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06908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每一轮的标准模式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读状态 → 做一个增量 → 写状态 → 退出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状态先行：增量一完成立即写盘。循环随时可能中断——攻到哪写到哪，才能任意断点恢复。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0" y="1783080"/>
            <a:ext cx="4782312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178040" y="2011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状态文件必须记什么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178040" y="258775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7424928" y="243230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目标与计划　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每轮回读重新锚定，防目标漂移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3264408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310896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已完成清单　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防重复劳动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78040" y="3941064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7424928" y="378561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决策及理由　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防止后续轮次翻案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178040" y="46177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5"/>
          <p:cNvSpPr/>
          <p:nvPr/>
        </p:nvSpPr>
        <p:spPr>
          <a:xfrm>
            <a:off x="7424928" y="446227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失败尝试　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付过钱的信息——不记就会反复撞同一堵墙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178040" y="529437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7"/>
          <p:cNvSpPr/>
          <p:nvPr/>
        </p:nvSpPr>
        <p:spPr>
          <a:xfrm>
            <a:off x="7424928" y="513892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下一步指针　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断点续作的入口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凌晨十二点，CI 挂了——然后呢？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" y="2788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失败事件唤醒调度 loop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82880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35224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35224" y="2788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 bug agent 调工具定位根因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82880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75504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75504" y="2788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 agent 在独立 worktree 改代码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182880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784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15784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15784" y="2788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agent 独立验收，不过就带反馈打回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09760" y="182880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56064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56064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56064" y="2788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你到工位：一份工作报告 + 待验收的 PR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617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循环也要会「认输」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依赖别的团队？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暂停等待对方 loop 修复的信号，收到再恢复验证。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无进展空转？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调度者检测连续 N 轮状态无变化 → 终止循环，把问题降级给人类。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MODES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五种翻车姿势——循环的强大与危险同源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965192"/>
                <a:gridCol w="38404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诊断特征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死循环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永远到不了终止条件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目标不可验证（「足够好」）或不可达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无进展空转 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看起来很忙：修 A 挂 B、修 B 挂 A 摆动，日志健康但进度不动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失败尝试没落盘，同路径反复重试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目标漂移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修登录 bug 修成重构权限模块，每步局部都合理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目标没每轮重新锚定，被中间过程稀释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上下文溢出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压缩丢掉关键约束后行为失控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长任务塞爆窗口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成本失控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agent ≈ 4× 对话 token，多 agent ≈ 15×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上面四种的共同结算方式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AutoGPT（2023）：无可验证目标 + 零护栏 = 死循环 + 烧钱。惊艳与不可用，同一个原因。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防护四支柱——纵深防御，缺一不可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5413248" cy="1920240"/>
          </a:xfrm>
          <a:prstGeom prst="roundRect">
            <a:avLst>
              <a:gd name="adj" fmla="val 4762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57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⛔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20665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硬性迭代上限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3484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防死循环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6974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N 轮，到了必停，无条件。最后一道保险。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27064" y="1828800"/>
            <a:ext cx="5413248" cy="1920240"/>
          </a:xfrm>
          <a:prstGeom prst="roundRect">
            <a:avLst>
              <a:gd name="adj" fmla="val 4762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057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95744" y="20665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预算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113264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防成本失控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83096" y="26974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花到上限即熔断。迭代上限管不住「单轮就烧爆」的场景。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413248" cy="1920240"/>
          </a:xfrm>
          <a:prstGeom prst="roundRect">
            <a:avLst>
              <a:gd name="adj" fmla="val 4762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251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4261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无进展检测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3484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防空转 / 摆动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" y="4892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K 轮无变化即停下或升级给人——唯一能提前止损的一道。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27064" y="4023360"/>
            <a:ext cx="5413248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3096" y="4251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95744" y="4261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明确终止条件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113264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一切的前提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83096" y="4892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可验证目标（成功停）+「卡住就问人」（受控暂停）。四个里唯一让循环因成功而停的。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为什么要全装？每一道都可能漏：空转会「体面地」耗满全部迭代轮次才被上限拦住——只有无进展检测能在第 3 轮就止损。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PITFALLS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两个常见误区（我自己踩过的）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29968"/>
            <a:ext cx="1371600" cy="41148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 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「死循环最危险，空转只是浪费」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恰恰相反。死循环在监控上显形（重复日志、轮数飙升）；空转才隐蔽——每轮都有新产出、日志健康，「看起来在干活」，只有对比多轮状态才能发现进度没动。发现晚 = 烧得多。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4F7FE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24528"/>
            <a:ext cx="1371600" cy="41148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 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42062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「标准化任务交给 loop 就不会积累理解债务」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债务来自「合并了没读过的产出」，与任务类型无关——值班 loop 修的 bug 你不看就合，债务照样涨。标准化任务适合 loop 的真正原因是目标可验证 + 范围有界；而「早晨验收」就是你的还债机制。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以上两条来自真实学习记录——测验错题和被追问倒的地方，大概率也是你会踩的。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365760"/>
            <a:ext cx="1645920" cy="1645920"/>
          </a:xfrm>
          <a:prstGeom prst="ellipse">
            <a:avLst/>
          </a:prstGeom>
          <a:ln w="2794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0269" y="596189"/>
            <a:ext cx="1185062" cy="1185062"/>
          </a:xfrm>
          <a:prstGeom prst="ellipse">
            <a:avLst/>
          </a:prstGeom>
          <a:ln w="20320">
            <a:solidFill>
              <a:srgbClr val="CADCFC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94238" y="810158"/>
            <a:ext cx="757123" cy="757123"/>
          </a:xfrm>
          <a:prstGeom prst="ellipse">
            <a:avLst/>
          </a:prstGeom>
          <a:ln w="12700">
            <a:solidFill>
              <a:srgbClr val="CADCFC">
                <a:alpha val="2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IN THE LOOP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人的位置：从提示者到循环设计者 + 最终验证者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13248" cy="2286000"/>
          </a:xfrm>
          <a:prstGeom prst="roundRect">
            <a:avLst>
              <a:gd name="adj" fmla="val 4000"/>
            </a:avLst>
          </a:prstGeom>
          <a:solidFill>
            <a:srgbClr val="2A347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理解债务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合并没读过的代码 = 借债，且会复利：没读懂的代码上继续长新代码。破产日 = 生产事故当晚，你要瞬间补上几个月的理解，而没人帮得了你。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7064" y="1965960"/>
            <a:ext cx="5413248" cy="2286000"/>
          </a:xfrm>
          <a:prstGeom prst="roundRect">
            <a:avLst>
              <a:gd name="adj" fmla="val 4000"/>
            </a:avLst>
          </a:prstGeom>
          <a:solidFill>
            <a:srgbClr val="2A3470"/>
          </a:solidFill>
          <a:ln/>
        </p:spPr>
      </p:sp>
      <p:sp>
        <p:nvSpPr>
          <p:cNvPr id="11" name="Text 9"/>
          <p:cNvSpPr/>
          <p:nvPr/>
        </p:nvSpPr>
        <p:spPr>
          <a:xfrm>
            <a:off x="6501384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认知投降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01384" y="27432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自动化太舒服，团队渐渐放弃主动思考。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Osmani：「带着判断力设计循环是解药，为逃避思考设计循环是加速器。」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20116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“Build the loop. But build it like someone who intends to stay the engineer,
not just the person who presses go.”
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验证责任永远不可让渡——你是整个系统最外层的那个评判者。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什么活儿交给 Loop？明天就能用的三条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适合交给 loop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6517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重复发生、标准明确、目标可验证。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例：值班修 bug、依赖升级、flaky 测试治理、CI 失败 triage。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18288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4F7FE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自己来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6517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临时性、几轮对话就能解决、目标说不清楚的探索性问题。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探索清楚了、变成重复任务了，再交给 loop。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19872" y="18288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🧭 无论交给谁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26517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保留验收：loop 的产出进你的早晨审查队列，不读不合并。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这是还理解债务的唯一机制。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02352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一句话带走：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瓶颈已经从「模型够不够聪明」转移到「循环设计得好不好」——prompt → context → loop，每一波 XX engineering 都是当时瓶颈的路标。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Engineering · 学习分享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预埋——大概率会被问到的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10544" y="91440"/>
            <a:ext cx="950976" cy="950976"/>
          </a:xfrm>
          <a:prstGeom prst="ellipse">
            <a:avLst/>
          </a:prstGeom>
          <a:ln w="2794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3681" y="224577"/>
            <a:ext cx="684703" cy="684703"/>
          </a:xfrm>
          <a:prstGeom prst="ellipse">
            <a:avLst/>
          </a:prstGeom>
          <a:ln w="2032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308" y="348204"/>
            <a:ext cx="437449" cy="437449"/>
          </a:xfrm>
          <a:prstGeom prst="ellipse">
            <a:avLst/>
          </a:prstGeom>
          <a:ln w="1270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5564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“agent 自己提示自己，不是左脚踩右脚上天？”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755648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不是自己提示自己——派活的、干活的、验收的是三个独立角色，互不重叠（详见评判者-执行者分离页）。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4261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“我说一句它干一句挺好的，loop 解决我什么痛点？”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264261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以前你不在它就停工；现在它夜里干活，你早晨只做验收。变化不是 AI 更聪明，而是它不再因为你下班而停。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529584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“token 四倍到十五倍，账怎么算？”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529584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对比对象不是 token 价而是工程师时间：值班修 bug 这类重复、可验证的任务无人值守跑一夜，省下的人时远超 token 账单；临时性问题交给 loop 才是纯烧钱。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443984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1655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“万一它修不好，跑到天荒地老怎么办？”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441655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认输机制：无进展检测（连续 N 轮没变化就停）+ 降级给人；跨团队依赖则暂停等待对方 loop 的信号。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330952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“这概念才出现几天，会不会是昙花一现？”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53035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名字可能变，但「模型可靠后瓶颈转移到循环设计」的逻辑不依赖名字——Cherny 们已经这么工作一年了。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来源：addyosmani.com/blog/loop-engineering · datasciencedojo.com (ReAct→Loop Engineering 2026 Guide)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842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2026-06-12T06:25:57Z</dcterms:created>
  <dcterms:modified xsi:type="dcterms:W3CDTF">2026-06-12T06:25:57Z</dcterms:modified>
</cp:coreProperties>
</file>